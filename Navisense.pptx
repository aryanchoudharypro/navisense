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2652-9AE4-D93C-E75E-9248CEB6A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401D7-82BC-4F8E-E8E1-52A4D7374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DA80B-8DDC-AAD9-A580-8ACD65A6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97DA7-8021-464B-B872-B1091C7C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6FC2-C211-2D2A-4983-52248E98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48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0163-6869-0C20-DBBC-3AB03BCF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BAAE7-A0D2-F644-6B16-880A0A019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CBDD-BB84-5285-CE89-9B0B944F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08E52-EB07-7FCF-F965-93F9A1A6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BAFC-5A32-E3A2-AAD2-92257C95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47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F3C7-2EB6-8809-A4EE-AE6C84F7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B2F5C-05F1-F199-3A61-F51754321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0895-274E-71A1-60EC-4579A524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B6793-1624-22B3-7850-475C8B6D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1DB47-30AB-9F7E-CED1-C0400735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5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FF0C-042A-1E51-4FD3-7E1D2C11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86F6-2D86-2900-B716-DAE673B67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2EACF-FCAE-D007-D3B2-3E3F72346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7C393-D6A1-3AD0-B9D3-016E1F72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D1612-7286-53CA-2161-5627C396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8639-B0D6-EBDF-BDE9-55229576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96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2CD2-0A04-32FE-732C-F1276605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150BC-C44A-26CE-B4FC-E640BBBA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A108A-C248-BD91-91A9-616BF2620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8E1B0-D1D3-7D85-9FB6-2342A0839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CBB50-759A-6C4E-55E9-2962498A0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48D22-2FC3-C279-F02C-D233CFBC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F2D4E-4F2B-AA31-3963-7ADAB44F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D30F0-C07D-61A8-51DD-73313B30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0091-FAAC-073D-7CC2-E4E0BA7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AD12F-3410-C912-A03D-786A776A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6FB44-1552-01F1-17BA-B9836BB4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6F498-4287-567D-4FA7-65DCC34F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92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0A75-A127-C3D0-F5A8-2E0D4A59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B6CCC-9AD0-1250-35C6-AB02B832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E77AE-FAAE-58C2-811F-FAE6D4F7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2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897-B1E8-DE69-424E-70E0C1AB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1CA96-1F73-1F6E-78A6-6AD95777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8FCA3-3154-0DE8-139E-C6C92B646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D09B-8FE1-3C4C-F289-65D80996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7D333-7FED-8F02-B94E-8DC7CFD9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DB368-A526-C379-3F2D-BD79CCCF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98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F4ED-35A7-9790-1D18-10115B10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7B031-D51A-E311-AB61-1986F5E8E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97E37-DF99-5E71-E80B-F5E9D43C3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28F52-BED6-17EF-4E2A-166C68C7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2FBD5-3336-3043-EABE-DD8D85A7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C9A9B-56DA-F4A4-5FC0-E087BC78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8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903C-FF50-B5AD-2F5E-5D2F396D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551F8-E94F-AF19-0D8F-3018878EC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1F124-B2DB-5753-A019-528451FE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134A-9C2B-2350-80AF-D6967DB6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3BB8-E2B0-B57D-7E6E-77A88429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0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FC51C-DA2D-FC1F-40FC-419E23277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81105-02FA-C887-56DF-B8F2A7C25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94927-ED12-D37C-207A-49831EC1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D249-CC00-A4A8-FB18-5C8FD668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7F09-0AD5-C0B5-0472-81A874C4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27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B151C-8E6C-CED8-BE95-461C5DF7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9F759-40A3-CB4D-50F7-C2F181A89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2B917-F90D-EAA1-54CC-FFDC4E1D0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4DA3-44D8-49A3-AA96-94E5F2792351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36F2-58C7-3E23-613E-015E6AE14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B0088-76F5-7584-3903-26F6896E2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2A674-C97F-4448-B37B-42C70012B0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5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394E-D92B-5C77-0455-ED7D342D5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Navisense</a:t>
            </a:r>
            <a:br>
              <a:rPr lang="en-US" dirty="0"/>
            </a:br>
            <a:r>
              <a:rPr lang="en-US" dirty="0"/>
              <a:t>An AI-Powered Accessibility-First Browser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6C66B-E0A2-1D10-B181-1F63AE81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3602"/>
            <a:ext cx="9144000" cy="1655762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Presented by:</a:t>
            </a:r>
          </a:p>
          <a:p>
            <a:endParaRPr lang="en-IN" dirty="0"/>
          </a:p>
          <a:p>
            <a:r>
              <a:rPr lang="en-IN" dirty="0"/>
              <a:t>1. Laxman Prasad Mishra</a:t>
            </a:r>
          </a:p>
          <a:p>
            <a:r>
              <a:rPr lang="en-IN" dirty="0" err="1"/>
              <a:t>B.Tech</a:t>
            </a:r>
            <a:r>
              <a:rPr lang="en-IN" dirty="0"/>
              <a:t> in Computer Science and Engineering</a:t>
            </a:r>
          </a:p>
          <a:p>
            <a:r>
              <a:rPr lang="en-IN" dirty="0"/>
              <a:t>(Specialisation in Data Science and Analytics)</a:t>
            </a:r>
          </a:p>
          <a:p>
            <a:r>
              <a:rPr lang="en-IN" dirty="0"/>
              <a:t>IIIT Nagpur (Indian Institute of Information Technology, Nagpur).</a:t>
            </a:r>
          </a:p>
          <a:p>
            <a:endParaRPr lang="en-IN" dirty="0"/>
          </a:p>
          <a:p>
            <a:r>
              <a:rPr lang="en-IN" dirty="0"/>
              <a:t>2. Neha </a:t>
            </a:r>
            <a:r>
              <a:rPr lang="en-IN" dirty="0" err="1"/>
              <a:t>Rathure</a:t>
            </a:r>
            <a:endParaRPr lang="en-IN" dirty="0"/>
          </a:p>
          <a:p>
            <a:r>
              <a:rPr lang="en-IN" dirty="0" err="1"/>
              <a:t>B.Tech</a:t>
            </a:r>
            <a:r>
              <a:rPr lang="en-IN" dirty="0"/>
              <a:t> in Computer Science and Engineering</a:t>
            </a:r>
          </a:p>
          <a:p>
            <a:r>
              <a:rPr lang="en-IN" dirty="0"/>
              <a:t>Indira Gandhi Delhi Technical University for Women (IGDTUW)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06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9275-1E4B-71ED-21A4-7BF5667E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B0D20-FFFD-3308-26FA-07D9874D9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Many websites are not accessible to visually impaired users</a:t>
            </a:r>
          </a:p>
          <a:p>
            <a:pPr marL="0" indent="0">
              <a:buNone/>
            </a:pPr>
            <a:r>
              <a:rPr lang="en-US" dirty="0"/>
              <a:t>• Buttons and form fields often lack proper labels</a:t>
            </a:r>
          </a:p>
          <a:p>
            <a:pPr marL="0" indent="0">
              <a:buNone/>
            </a:pPr>
            <a:r>
              <a:rPr lang="en-US" dirty="0"/>
              <a:t>• Clickable elements are not keyboard or screen reader friendly</a:t>
            </a:r>
          </a:p>
          <a:p>
            <a:pPr marL="0" indent="0">
              <a:buNone/>
            </a:pPr>
            <a:r>
              <a:rPr lang="en-US" dirty="0"/>
              <a:t>• Screen readers can only read content, not fix structure</a:t>
            </a:r>
          </a:p>
          <a:p>
            <a:pPr marL="0" indent="0">
              <a:buNone/>
            </a:pPr>
            <a:r>
              <a:rPr lang="en-US" dirty="0"/>
              <a:t>• Users must depend on developers to correct accessibility issues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67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582B-8347-7E22-72FC-6328301B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D199-CBCA-602C-A711-048FB7078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Real-life challenges faced by visually impaired users</a:t>
            </a:r>
          </a:p>
          <a:p>
            <a:pPr marL="0" indent="0">
              <a:buNone/>
            </a:pPr>
            <a:r>
              <a:rPr lang="en-US" dirty="0"/>
              <a:t>• Difficulty accessing forms, login pages, and dynamic content</a:t>
            </a:r>
          </a:p>
          <a:p>
            <a:pPr marL="0" indent="0">
              <a:buNone/>
            </a:pPr>
            <a:r>
              <a:rPr lang="en-US" dirty="0"/>
              <a:t>• Existing tools do not correct accessibility issues</a:t>
            </a:r>
          </a:p>
          <a:p>
            <a:pPr marL="0" indent="0">
              <a:buNone/>
            </a:pPr>
            <a:r>
              <a:rPr lang="en-US" dirty="0"/>
              <a:t>• Desire to build a practical, independent accessibility solution</a:t>
            </a:r>
          </a:p>
        </p:txBody>
      </p:sp>
    </p:spTree>
    <p:extLst>
      <p:ext uri="{BB962C8B-B14F-4D97-AF65-F5344CB8AC3E}">
        <p14:creationId xmlns:p14="http://schemas.microsoft.com/office/powerpoint/2010/main" val="10702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91D8-9CA8-3559-49BF-EEA21071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Existing Solutions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11685-83F9-F3A8-7973-E028D643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Screen readers cannot modify webpage structure</a:t>
            </a:r>
          </a:p>
          <a:p>
            <a:pPr marL="0" indent="0">
              <a:buNone/>
            </a:pPr>
            <a:r>
              <a:rPr lang="en-US" dirty="0"/>
              <a:t>• Accessibility plugins are limited and unreliable</a:t>
            </a:r>
          </a:p>
          <a:p>
            <a:pPr marL="0" indent="0">
              <a:buNone/>
            </a:pPr>
            <a:r>
              <a:rPr lang="en-US" dirty="0"/>
              <a:t>• Developers often ignore accessibility guidelines</a:t>
            </a:r>
          </a:p>
          <a:p>
            <a:pPr marL="0" indent="0">
              <a:buNone/>
            </a:pPr>
            <a:r>
              <a:rPr lang="en-US" dirty="0"/>
              <a:t>• No AI-based real-time accessibility correction tools exist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37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27C5-EF5E-E05D-C189-F79EE955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Solution: </a:t>
            </a:r>
            <a:r>
              <a:rPr lang="en-IN" dirty="0" err="1"/>
              <a:t>Navisense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0BDB-2119-9DFC-2E8F-CF1FB08B6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 desktop browser focused on accessibility</a:t>
            </a:r>
          </a:p>
          <a:p>
            <a:pPr marL="0" indent="0">
              <a:buNone/>
            </a:pPr>
            <a:r>
              <a:rPr lang="en-US" dirty="0"/>
              <a:t>• Loads real websites normally</a:t>
            </a:r>
          </a:p>
          <a:p>
            <a:pPr marL="0" indent="0">
              <a:buNone/>
            </a:pPr>
            <a:r>
              <a:rPr lang="en-US" dirty="0"/>
              <a:t>• Uses AI to analyze webpage structure</a:t>
            </a:r>
          </a:p>
          <a:p>
            <a:pPr marL="0" indent="0">
              <a:buNone/>
            </a:pPr>
            <a:r>
              <a:rPr lang="en-US" dirty="0"/>
              <a:t>• Automatically generates accessibility fixes</a:t>
            </a:r>
          </a:p>
          <a:p>
            <a:pPr marL="0" indent="0">
              <a:buNone/>
            </a:pPr>
            <a:r>
              <a:rPr lang="en-US" dirty="0"/>
              <a:t>• Improves screen reader experience in real 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7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A268-1703-84B7-D5B4-439E2346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System Working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B084-7970-B37F-5020-84B86F58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User enters a website URL</a:t>
            </a:r>
          </a:p>
          <a:p>
            <a:pPr marL="0" indent="0">
              <a:buNone/>
            </a:pPr>
            <a:r>
              <a:rPr lang="en-IN" dirty="0"/>
              <a:t>2. Webpage loads normally</a:t>
            </a:r>
          </a:p>
          <a:p>
            <a:pPr marL="0" indent="0">
              <a:buNone/>
            </a:pPr>
            <a:r>
              <a:rPr lang="en-IN" dirty="0"/>
              <a:t>3. HTML snapshot is extracted</a:t>
            </a:r>
          </a:p>
          <a:p>
            <a:pPr marL="0" indent="0">
              <a:buNone/>
            </a:pPr>
            <a:r>
              <a:rPr lang="en-IN" dirty="0"/>
              <a:t>4. AI </a:t>
            </a:r>
            <a:r>
              <a:rPr lang="en-IN" dirty="0" err="1"/>
              <a:t>analyzes</a:t>
            </a:r>
            <a:r>
              <a:rPr lang="en-IN" dirty="0"/>
              <a:t> accessibility issues</a:t>
            </a:r>
          </a:p>
          <a:p>
            <a:pPr marL="0" indent="0">
              <a:buNone/>
            </a:pPr>
            <a:r>
              <a:rPr lang="en-IN" dirty="0"/>
              <a:t>5. AI generates JavaScript fixes</a:t>
            </a:r>
          </a:p>
          <a:p>
            <a:pPr marL="0" indent="0">
              <a:buNone/>
            </a:pPr>
            <a:r>
              <a:rPr lang="en-IN" dirty="0"/>
              <a:t>6. Fixes are applied to the live webpage</a:t>
            </a:r>
          </a:p>
          <a:p>
            <a:pPr marL="0" indent="0">
              <a:buNone/>
            </a:pPr>
            <a:r>
              <a:rPr lang="en-IN" dirty="0"/>
              <a:t>7. Screen reader experience improves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14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9110-BE06-0057-0F40-12740D79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32C7E-AE93-A580-321A-24294610E2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• AI-based accessibility correction</a:t>
            </a:r>
          </a:p>
          <a:p>
            <a:pPr marL="0" indent="0">
              <a:buNone/>
            </a:pPr>
            <a:r>
              <a:rPr lang="en-IN" dirty="0"/>
              <a:t>• Fixes </a:t>
            </a:r>
            <a:r>
              <a:rPr lang="en-IN" dirty="0" err="1"/>
              <a:t>unlabeled</a:t>
            </a:r>
            <a:r>
              <a:rPr lang="en-IN" dirty="0"/>
              <a:t> buttons and form inputs</a:t>
            </a:r>
          </a:p>
          <a:p>
            <a:pPr marL="0" indent="0">
              <a:buNone/>
            </a:pPr>
            <a:r>
              <a:rPr lang="en-IN" dirty="0"/>
              <a:t>• Converts clickable </a:t>
            </a:r>
            <a:r>
              <a:rPr lang="en-IN" dirty="0" err="1"/>
              <a:t>divs</a:t>
            </a:r>
            <a:r>
              <a:rPr lang="en-IN" dirty="0"/>
              <a:t> into buttons</a:t>
            </a:r>
          </a:p>
          <a:p>
            <a:pPr marL="0" indent="0">
              <a:buNone/>
            </a:pPr>
            <a:r>
              <a:rPr lang="en-IN" dirty="0"/>
              <a:t>• Accessibility control menu</a:t>
            </a:r>
          </a:p>
          <a:p>
            <a:pPr marL="0" indent="0">
              <a:buNone/>
            </a:pPr>
            <a:r>
              <a:rPr lang="en-IN" dirty="0"/>
              <a:t>• Dark mode, text size control, password toggle</a:t>
            </a:r>
          </a:p>
          <a:p>
            <a:pPr marL="0" indent="0">
              <a:buNone/>
            </a:pPr>
            <a:r>
              <a:rPr lang="en-US" dirty="0"/>
              <a:t>• Accessibility-aware CAPTCHA assistance for visually impaired users</a:t>
            </a:r>
            <a:endParaRPr lang="en-IN" dirty="0"/>
          </a:p>
        </p:txBody>
      </p:sp>
      <p:pic>
        <p:nvPicPr>
          <p:cNvPr id="6" name="Content Placeholder 5" descr="The image showing a snapshot of Navisense software window with showing key features including address box, darkmode, show password fields inside accessibility menue window along with font size slider bar.">
            <a:extLst>
              <a:ext uri="{FF2B5EF4-FFF2-40B4-BE49-F238E27FC236}">
                <a16:creationId xmlns:a16="http://schemas.microsoft.com/office/drawing/2014/main" id="{A4B8CD54-A8D5-1DE8-ECA7-5EF16D32E8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18147"/>
            <a:ext cx="36576000" cy="2057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8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D3DD-A747-A3C6-8992-0F90AF58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Accessibility-Focused 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D7A2-D6B7-1E23-62AC-CDE91E94B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Designed specifically for screen reader users</a:t>
            </a:r>
          </a:p>
          <a:p>
            <a:pPr marL="0" indent="0">
              <a:buNone/>
            </a:pPr>
            <a:r>
              <a:rPr lang="en-US" dirty="0"/>
              <a:t>• Keyboard-friendly navigation</a:t>
            </a:r>
          </a:p>
          <a:p>
            <a:pPr marL="0" indent="0">
              <a:buNone/>
            </a:pPr>
            <a:r>
              <a:rPr lang="en-US" dirty="0"/>
              <a:t>• No dependency on browse mode</a:t>
            </a:r>
          </a:p>
          <a:p>
            <a:pPr marL="0" indent="0">
              <a:buNone/>
            </a:pPr>
            <a:r>
              <a:rPr lang="en-US" dirty="0"/>
              <a:t>• Readable welcome page using editable content</a:t>
            </a:r>
          </a:p>
          <a:p>
            <a:pPr marL="0" indent="0">
              <a:buNone/>
            </a:pPr>
            <a:r>
              <a:rPr lang="en-US" dirty="0"/>
              <a:t>• Tested using NVDA screen reader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20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7E2D-51D1-F56B-6C24-7E62F1CA4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Challenges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ACD32-41D8-B86E-0897-3FC0BCB0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Screen reader limitations in embedded browsers</a:t>
            </a:r>
          </a:p>
          <a:p>
            <a:pPr marL="0" indent="0">
              <a:buNone/>
            </a:pPr>
            <a:r>
              <a:rPr lang="en-US" dirty="0"/>
              <a:t>• Maintaining JavaScript functionality</a:t>
            </a:r>
          </a:p>
          <a:p>
            <a:pPr marL="0" indent="0">
              <a:buNone/>
            </a:pPr>
            <a:r>
              <a:rPr lang="en-US" dirty="0"/>
              <a:t>• Ensuring reversibility of accessibility changes</a:t>
            </a:r>
          </a:p>
          <a:p>
            <a:pPr marL="0" indent="0">
              <a:buNone/>
            </a:pPr>
            <a:r>
              <a:rPr lang="en-US" dirty="0"/>
              <a:t>• Secure handling of AI API keys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47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6B11-EBF1-39B3-2D87-97B9C06E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AFFF5-C730-A8BD-7F0D-7ABA06890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Practical accessibility engineering</a:t>
            </a:r>
          </a:p>
          <a:p>
            <a:pPr marL="0" indent="0">
              <a:buNone/>
            </a:pPr>
            <a:r>
              <a:rPr lang="en-US" dirty="0"/>
              <a:t>• Understanding screen reader behavior</a:t>
            </a:r>
          </a:p>
          <a:p>
            <a:pPr marL="0" indent="0">
              <a:buNone/>
            </a:pPr>
            <a:r>
              <a:rPr lang="en-US" dirty="0"/>
              <a:t>• Safe integration of AI models</a:t>
            </a:r>
          </a:p>
          <a:p>
            <a:pPr marL="0" indent="0">
              <a:buNone/>
            </a:pPr>
            <a:r>
              <a:rPr lang="en-US" dirty="0"/>
              <a:t>• Desktop application development and packaging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66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6A33-54A5-7B63-2BAF-A69DEBBF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and Use Cases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4D21C-1E5E-0725-F51D-7B06D314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Improves digital independence for visually impaired users</a:t>
            </a:r>
          </a:p>
          <a:p>
            <a:pPr marL="0" indent="0">
              <a:buNone/>
            </a:pPr>
            <a:r>
              <a:rPr lang="en-US" dirty="0"/>
              <a:t>• Helps access forms, services, and login pages</a:t>
            </a:r>
          </a:p>
          <a:p>
            <a:pPr marL="0" indent="0">
              <a:buNone/>
            </a:pPr>
            <a:r>
              <a:rPr lang="en-US" dirty="0"/>
              <a:t>• Useful for education and government portals</a:t>
            </a:r>
          </a:p>
          <a:p>
            <a:pPr marL="0" indent="0">
              <a:buNone/>
            </a:pPr>
            <a:r>
              <a:rPr lang="en-US" dirty="0"/>
              <a:t>• Reduces dependency on website developers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79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4A24-87BB-5267-7615-D12D212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  <a:br>
              <a:rPr lang="en-IN"/>
            </a:br>
            <a:r>
              <a:rPr lang="en-IN"/>
              <a:t>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5470-D0DF-1F02-2198-058267110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Hybrid browser integration for full accessibility</a:t>
            </a:r>
          </a:p>
          <a:p>
            <a:pPr marL="0" indent="0">
              <a:buNone/>
            </a:pPr>
            <a:r>
              <a:rPr lang="en-US" dirty="0"/>
              <a:t>• Per-website accessibility profiles</a:t>
            </a:r>
          </a:p>
          <a:p>
            <a:pPr marL="0" indent="0">
              <a:buNone/>
            </a:pPr>
            <a:r>
              <a:rPr lang="en-US" dirty="0"/>
              <a:t>• Advanced AI-based corrections</a:t>
            </a:r>
          </a:p>
          <a:p>
            <a:pPr marL="0" indent="0">
              <a:buNone/>
            </a:pPr>
            <a:r>
              <a:rPr lang="en-US" dirty="0"/>
              <a:t>• Support for more assistive technologies</a:t>
            </a:r>
          </a:p>
          <a:p>
            <a:pPr marL="0" indent="0">
              <a:buNone/>
            </a:pPr>
            <a:r>
              <a:rPr lang="en-US" dirty="0"/>
              <a:t>• AI-assisted generation of meaningful alternative text for images• Accessibility-aware CAPTCHA assistance for visually impaired </a:t>
            </a:r>
            <a:r>
              <a:rPr lang="en-US" dirty="0" err="1"/>
              <a:t>usersw</a:t>
            </a:r>
            <a:r>
              <a:rPr lang="en-US" dirty="0"/>
              <a:t>																																		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170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FCF7-5C17-AD30-3D63-155FAEC8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02849-A9F8-A233-9758-79B6457CD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Navisense</a:t>
            </a:r>
            <a:r>
              <a:rPr lang="en-US" dirty="0"/>
              <a:t> demonstrates AI-driven web accessibility</a:t>
            </a:r>
          </a:p>
          <a:p>
            <a:pPr marL="0" indent="0">
              <a:buNone/>
            </a:pPr>
            <a:r>
              <a:rPr lang="en-US" dirty="0"/>
              <a:t>• Focuses on real user problems</a:t>
            </a:r>
          </a:p>
          <a:p>
            <a:pPr marL="0" indent="0">
              <a:buNone/>
            </a:pPr>
            <a:r>
              <a:rPr lang="en-US" dirty="0"/>
              <a:t>• Designed with honesty and responsibility</a:t>
            </a:r>
          </a:p>
          <a:p>
            <a:pPr marL="0" indent="0">
              <a:buNone/>
            </a:pPr>
            <a:r>
              <a:rPr lang="en-US" dirty="0"/>
              <a:t>• A step toward inclusive digital access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78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5D88-B202-6AA1-8D08-86FD79E6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26A0-F750-99C4-BBA2-B2FAB176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Questions are welcome.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42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545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Navisense An AI-Powered Accessibility-First Browser </vt:lpstr>
      <vt:lpstr>Problem Statement</vt:lpstr>
      <vt:lpstr>Motivation</vt:lpstr>
      <vt:lpstr>Limitations of Existing Solutions </vt:lpstr>
      <vt:lpstr>Proposed Solution: Navisense </vt:lpstr>
      <vt:lpstr>System Working </vt:lpstr>
      <vt:lpstr>Key Features </vt:lpstr>
      <vt:lpstr>Accessibility-Focused Design </vt:lpstr>
      <vt:lpstr>Technical Challenges </vt:lpstr>
      <vt:lpstr>Learning Outcomes</vt:lpstr>
      <vt:lpstr>Impact and Use Cases </vt:lpstr>
      <vt:lpstr>Future Scope w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Laxman prasad Mishra</dc:creator>
  <cp:lastModifiedBy>Laxman prasad Mishra</cp:lastModifiedBy>
  <cp:revision>27</cp:revision>
  <dcterms:created xsi:type="dcterms:W3CDTF">2025-12-27T10:39:53Z</dcterms:created>
  <dcterms:modified xsi:type="dcterms:W3CDTF">2025-12-27T13:54:21Z</dcterms:modified>
</cp:coreProperties>
</file>